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-104" y="-2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7B6D-7FCD-974D-AEF2-76188E0FA452}" type="datetimeFigureOut">
              <a:rPr lang="en-US" smtClean="0"/>
              <a:t>5/10/13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24D9-4EE2-FC4F-AC42-33628C0E3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0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7B6D-7FCD-974D-AEF2-76188E0FA452}" type="datetimeFigureOut">
              <a:rPr lang="en-US" smtClean="0"/>
              <a:t>5/10/13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24D9-4EE2-FC4F-AC42-33628C0E3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2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7B6D-7FCD-974D-AEF2-76188E0FA452}" type="datetimeFigureOut">
              <a:rPr lang="en-US" smtClean="0"/>
              <a:t>5/10/13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24D9-4EE2-FC4F-AC42-33628C0E3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3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7B6D-7FCD-974D-AEF2-76188E0FA452}" type="datetimeFigureOut">
              <a:rPr lang="en-US" smtClean="0"/>
              <a:t>5/10/13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24D9-4EE2-FC4F-AC42-33628C0E3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94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7B6D-7FCD-974D-AEF2-76188E0FA452}" type="datetimeFigureOut">
              <a:rPr lang="en-US" smtClean="0"/>
              <a:t>5/10/13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24D9-4EE2-FC4F-AC42-33628C0E3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33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7B6D-7FCD-974D-AEF2-76188E0FA452}" type="datetimeFigureOut">
              <a:rPr lang="en-US" smtClean="0"/>
              <a:t>5/10/13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24D9-4EE2-FC4F-AC42-33628C0E3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82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7B6D-7FCD-974D-AEF2-76188E0FA452}" type="datetimeFigureOut">
              <a:rPr lang="en-US" smtClean="0"/>
              <a:t>5/10/13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24D9-4EE2-FC4F-AC42-33628C0E3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92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7B6D-7FCD-974D-AEF2-76188E0FA452}" type="datetimeFigureOut">
              <a:rPr lang="en-US" smtClean="0"/>
              <a:t>5/10/13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24D9-4EE2-FC4F-AC42-33628C0E3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05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7B6D-7FCD-974D-AEF2-76188E0FA452}" type="datetimeFigureOut">
              <a:rPr lang="en-US" smtClean="0"/>
              <a:t>5/10/13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24D9-4EE2-FC4F-AC42-33628C0E3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93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7B6D-7FCD-974D-AEF2-76188E0FA452}" type="datetimeFigureOut">
              <a:rPr lang="en-US" smtClean="0"/>
              <a:t>5/10/13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24D9-4EE2-FC4F-AC42-33628C0E3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7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07B6D-7FCD-974D-AEF2-76188E0FA452}" type="datetimeFigureOut">
              <a:rPr lang="en-US" smtClean="0"/>
              <a:t>5/10/13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824D9-4EE2-FC4F-AC42-33628C0E3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216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07B6D-7FCD-974D-AEF2-76188E0FA452}" type="datetimeFigureOut">
              <a:rPr lang="en-US" smtClean="0"/>
              <a:t>5/10/13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824D9-4EE2-FC4F-AC42-33628C0E3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4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Sample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Sample Subtitle</a:t>
            </a:r>
            <a:endParaRPr lang="en-US"/>
          </a:p>
          <a:p xmlns:a="http://schemas.openxmlformats.org/drawingml/2006/main">
            <a:r>
              <a:t>Pilot site identifier: ZK-2764.</a:t>
            </a:r>
          </a:p>
        </p:txBody>
      </p:sp>
    </p:spTree>
    <p:extLst>
      <p:ext uri="{BB962C8B-B14F-4D97-AF65-F5344CB8AC3E}">
        <p14:creationId xmlns:p14="http://schemas.microsoft.com/office/powerpoint/2010/main" val="102682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Macintosh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Sample Title</vt:lpstr>
    </vt:vector>
  </TitlesOfParts>
  <Company>SiteSpect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Title</dc:title>
  <dc:creator>Iwo Kadziela</dc:creator>
  <cp:lastModifiedBy>Iwo Kadziela</cp:lastModifiedBy>
  <cp:revision>1</cp:revision>
  <dcterms:created xsi:type="dcterms:W3CDTF">2013-05-10T21:16:42Z</dcterms:created>
  <dcterms:modified xsi:type="dcterms:W3CDTF">2013-05-10T21:17:07Z</dcterms:modified>
</cp:coreProperties>
</file>