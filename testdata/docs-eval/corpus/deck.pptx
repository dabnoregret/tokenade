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8" r:id="rId5"/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E8A2E6-1C1A-42F3-A265-B19CBDBF67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D09CDC-2E07-4E67-93CA-803FBCA14F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D6D4BB1-90ED-4D32-A5AE-1BE70A7440A0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0" y="0"/>
            <a:ext cx="360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NEEDLE-DECK-UN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0" y="0"/>
            <a:ext cx="360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NEEDLE-DECK-DEUX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0" y="0"/>
            <a:ext cx="360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NEEDLE-DECK-TROIS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cp:revision>0</cp:revision>
  <dc:subject/>
  <dc:title/>
</cp:coreProperties>
</file>